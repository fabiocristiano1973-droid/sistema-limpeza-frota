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km/L real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CONQUISTA</c:v>
                  </c:pt>
                  <c:pt idx="1">
                    <c:v>ILHÉUS</c:v>
                  </c:pt>
                  <c:pt idx="2">
                    <c:v>ITABUNA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2.92</c:v>
                </c:pt>
                <c:pt idx="2">
                  <c:v>3.03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km/L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Veículos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7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Reporte contínuo</c:v>
                  </c:pt>
                  <c:pt idx="1">
                    <c:v>Retomado</c:v>
                  </c:pt>
                  <c:pt idx="2">
                    <c:v>Intermitente</c:v>
                  </c:pt>
                  <c:pt idx="3">
                    <c:v>Deixou de reportar</c:v>
                  </c:pt>
                  <c:pt idx="4">
                    <c:v>Sem reporte (total)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12</c:v>
                </c:pt>
                <c:pt idx="2">
                  <c:v>1</c:v>
                </c:pt>
                <c:pt idx="3">
                  <c:v>4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FROTA · TELEMETRIA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Média de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Combustível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— Itabuna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de telemetria: 08/09/2026 a 14/09/2026  ·  Apresentação executiva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analisado e por quê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508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diário de telemetria (média de consumo, distância, litros) cruzado com o cadastro oficial de frota (Base_Frota).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a 14/09/2026 — confirmado pelas datas dos registros, sem divergência.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km/L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km totais ÷ litros totais nos dias com reporte — nunca a média das médias diárias.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389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eficiência real, identificar oportunidades de economia e auditar a continuidade do reporte de telemetria.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de governança de dados:  </a:t>
            </a:r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cadastro oficial (Base_Frota) cobre apenas 29% dos 271 veículos que efetivamente rodaram na semana sob a mesma operação. Os demais 192 veículos ficam fora de qualquer gestão de eficiência até o cadastro ser atualizado.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frota em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consolidados do período — veículos válidos (Base_Frota)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rodados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88.056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com reporte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consumidos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29.872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Km/L real da frota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÷ litros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(ref.)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R$ 179.232,72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R$ 6,00/L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potencial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R$ 14.866,20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2.478 L estimados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reporte / pararam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6760" y="4343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36676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79 veículos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km/L real por Unidade Operacional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grupos operacionais equivalentes (km ÷ litros)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3F5FB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km/L: ITABUNA (3.03 km/L).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0956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km/L: CONQUISTA (2.60 km/L) — investigar se reflete perfil de rota (relevo/trânsito) antes de comparar como "pior desempenho".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4343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por Modelo × Unidade são sugestões iniciais (mediana do próprio grupo) — ver planilha, aba Metas.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Continuidade do reporte de telemetria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 veículos válidos pela sequência de reportes de média na semana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4480560"/>
          </a:xfrm>
          <a:prstGeom prst="roundRect">
            <a:avLst>
              <a:gd name="adj" fmla="val 2410"/>
            </a:avLst>
          </a:prstGeom>
          <a:solidFill>
            <a:srgbClr val="FDEDEA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de verificação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148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veículos pararam de reportar e seguem sem dado até o fim do período. 10 não reportaram a semana inteira, alguns rodando mais de 2.000 km sem qualquer dado de consumo.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"–" = telemetria não importou a média · qualquer número, inclusive 0,00, conta como reporte.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oportunidades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prioritários — maior risco/economia potencial estimada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6616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4206240"/>
                <a:gridCol w="1828800"/>
                <a:gridCol w="173736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Prefixo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Placa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Classificação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Km sem reporte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Último registro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R10175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OZG5113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Deixou de reportar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0,0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R10185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OZG6088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Deixou de reportar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0,0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R7545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OZT9896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Deixou de reportar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0,0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R7555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OZT8368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Deixou de reportar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0,0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R7565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OZT0656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Sem reporte em todo o período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2.893,8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R6815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NZO9187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Sem reporte em todo o período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2.397,5 km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14/09/2026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(79 veículos, com km/L, meta, desvio e economia) disponível na planilha — aba Analise_Consumo — e no painel HTML interativo.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DESTACADO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de combustível sem quilometragem registrada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R7045 / OUO0218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dias, MBB — Conquista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6060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41B4D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/ Km-L reportados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km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 Km/L em todos os 7 dias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260604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consumidos (telemetria)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856,5 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1812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semana — fisicamente incompatível com 0 km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sugere falha do sensor de distância/GPS, ou consumo de uma operação não capturada pelo hodômetro (ex.: geração auxiliar). Nenhuma causa mecânica foi confirmada — recomenda-se verificação em campo antes de qualquer ação ou penalização.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sugeridas, por ordem de prioridade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379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a Base_Frota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0370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(ou excluir formalmente) os 192 veículos que rodam fora dela hoje — 71% da operação real fica fora da gestão.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379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veículos sem reporte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20370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os que "deixaram de reportar" e os que rodaram &gt;1.000 km sem nenhum dado de consumo na semana.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5295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cadastro de placas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895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 placa do prefixo R7085 (corrompida) e investigar a divergência de placas do prefixo R6755.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5295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Inspecionar sensor do R7045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8953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relevante registrado com 0 km e 0,00 Km/L o período inteiro — checar hodômetro/GPS antes de qualquer conclusão.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76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221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metas e preço oficiais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58698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a meta sugerida (mediana) e o preço de referência do diesel pelos valores oficiais na aba Metas.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074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F5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5276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52212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análise semanalmente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558698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tendência e medir o efeito das ações corretivas com o mesmo painel e planilha.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manter isto atualizado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o novo boletim semanal de telemetria no mesmo formato (colunas e nomes de aba).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Colar os dados na aba do boletim da planilha — as fórmulas de km/L, custo e economia recalculam automaticamente.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611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aba Metas (preço do diesel e metas por modelo/operação) a cada período.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89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Reabrir o painel HTML (mesma pasta) para visualizar filtros, mapa de calor e ranking atualizados.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potencial é sempre uma estimativa. Nenhuma causa mecânica ou responsabilidade de motorista foi atribuída nesta análise.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Transportes · Itabuna — Gestão de Média de Combustível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2026-09-17T13:16:11Z</dcterms:created>
  <dcterms:modified xsi:type="dcterms:W3CDTF">2026-09-17T13:16:11Z</dcterms:modified>
</cp:coreProperties>
</file>